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1" r:id="rId5"/>
    <p:sldId id="262" r:id="rId6"/>
    <p:sldId id="266" r:id="rId7"/>
    <p:sldId id="263" r:id="rId8"/>
    <p:sldId id="264" r:id="rId9"/>
    <p:sldId id="257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BF21"/>
    <a:srgbClr val="C57110"/>
    <a:srgbClr val="FD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710" y="8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A-4DFC-B9AD-D335C5F2D25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9A-4DFC-B9AD-D335C5F2D25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9A-4DFC-B9AD-D335C5F2D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199" y="607034"/>
            <a:ext cx="7683587" cy="1655762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199" y="2601119"/>
            <a:ext cx="8229601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45" y="553222"/>
            <a:ext cx="1192135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45" y="2248982"/>
            <a:ext cx="11921358" cy="373717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1677" y="2014808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76" y="2704895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468789" y="2112975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46887" y="3590083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46886" y="4280170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468789" y="3688250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38527" y="5105194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38526" y="5795281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468789" y="5263525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5ABBD3C0-6E3A-4EE3-8356-8380E9B0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45" y="553222"/>
            <a:ext cx="1192135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4866F77-856E-4E00-9E6B-95BF4763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492" y="2029329"/>
            <a:ext cx="4964694" cy="37371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pic>
        <p:nvPicPr>
          <p:cNvPr id="5" name="Рисунок 4" descr="Бумага">
            <a:extLst>
              <a:ext uri="{FF2B5EF4-FFF2-40B4-BE49-F238E27FC236}">
                <a16:creationId xmlns:a16="http://schemas.microsoft.com/office/drawing/2014/main" id="{F3E1811F-9EB3-488D-AD2F-1DC58D540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83868" y="2029329"/>
            <a:ext cx="3100086" cy="3100086"/>
          </a:xfrm>
          <a:prstGeom prst="rect">
            <a:avLst/>
          </a:prstGeom>
        </p:spPr>
      </p:pic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99DB6C8F-9D10-4DCA-BA0C-343CEC84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780949E-162D-4A75-9543-38190E25AC8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F2A07F-0093-4C4E-AC15-13507FA96E3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39" y="638743"/>
            <a:ext cx="9951720" cy="1325563"/>
          </a:xfrm>
        </p:spPr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40BF7F2E-FC3E-4650-B2D5-CDC43B8E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5B37E-12BC-4797-8E22-48253BE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DFFC33-3067-4C6A-B4FE-367031FDB831}"/>
              </a:ext>
            </a:extLst>
          </p:cNvPr>
          <p:cNvSpPr/>
          <p:nvPr/>
        </p:nvSpPr>
        <p:spPr>
          <a:xfrm>
            <a:off x="357351" y="2165324"/>
            <a:ext cx="9270649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1500" dirty="0"/>
              <a:t>987 654 321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604BE4DC-134B-46B0-BA3D-21DE83C4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97357-F7BF-4663-8BD4-F1427951DCF4}"/>
              </a:ext>
            </a:extLst>
          </p:cNvPr>
          <p:cNvSpPr txBox="1"/>
          <p:nvPr/>
        </p:nvSpPr>
        <p:spPr>
          <a:xfrm>
            <a:off x="1376855" y="4027372"/>
            <a:ext cx="7956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4A4B45"/>
                </a:solidFill>
              </a:rPr>
              <a:t>Lorem ipsum dolor sit </a:t>
            </a:r>
            <a:r>
              <a:rPr lang="en-US" sz="2000" dirty="0" err="1">
                <a:solidFill>
                  <a:srgbClr val="4A4B45"/>
                </a:solidFill>
              </a:rPr>
              <a:t>amet</a:t>
            </a:r>
            <a:r>
              <a:rPr lang="en-US" sz="2000" dirty="0">
                <a:solidFill>
                  <a:srgbClr val="4A4B45"/>
                </a:solidFill>
              </a:rPr>
              <a:t>, </a:t>
            </a:r>
            <a:r>
              <a:rPr lang="en-US" sz="2000" dirty="0" err="1">
                <a:solidFill>
                  <a:srgbClr val="4A4B45"/>
                </a:solidFill>
              </a:rPr>
              <a:t>consectetur</a:t>
            </a:r>
            <a:r>
              <a:rPr lang="en-US" sz="2000" dirty="0">
                <a:solidFill>
                  <a:srgbClr val="4A4B45"/>
                </a:solidFill>
              </a:rPr>
              <a:t> </a:t>
            </a:r>
            <a:r>
              <a:rPr lang="en-US" sz="2000" dirty="0" err="1">
                <a:solidFill>
                  <a:srgbClr val="4A4B45"/>
                </a:solidFill>
              </a:rPr>
              <a:t>adipiscing</a:t>
            </a:r>
            <a:r>
              <a:rPr lang="en-US" sz="2000" dirty="0">
                <a:solidFill>
                  <a:srgbClr val="4A4B45"/>
                </a:solidFill>
              </a:rPr>
              <a:t> </a:t>
            </a:r>
            <a:r>
              <a:rPr lang="en-US" sz="2000" dirty="0" err="1">
                <a:solidFill>
                  <a:srgbClr val="4A4B45"/>
                </a:solidFill>
              </a:rPr>
              <a:t>elit</a:t>
            </a:r>
            <a:r>
              <a:rPr lang="en-US" sz="2000" dirty="0">
                <a:solidFill>
                  <a:srgbClr val="4A4B45"/>
                </a:solidFill>
              </a:rPr>
              <a:t>, sed do </a:t>
            </a:r>
            <a:r>
              <a:rPr lang="en-US" sz="2000" dirty="0" err="1">
                <a:solidFill>
                  <a:srgbClr val="4A4B45"/>
                </a:solidFill>
              </a:rPr>
              <a:t>eiusmod</a:t>
            </a:r>
            <a:r>
              <a:rPr lang="en-US" sz="2000" dirty="0">
                <a:solidFill>
                  <a:srgbClr val="4A4B45"/>
                </a:solidFill>
              </a:rPr>
              <a:t> </a:t>
            </a:r>
            <a:r>
              <a:rPr lang="en-US" sz="2000" dirty="0" err="1">
                <a:solidFill>
                  <a:srgbClr val="4A4B45"/>
                </a:solidFill>
              </a:rPr>
              <a:t>tempor</a:t>
            </a:r>
            <a:r>
              <a:rPr lang="en-US" sz="2000" dirty="0">
                <a:solidFill>
                  <a:srgbClr val="4A4B45"/>
                </a:solidFill>
              </a:rPr>
              <a:t> </a:t>
            </a:r>
            <a:r>
              <a:rPr lang="en-US" sz="2000" dirty="0" err="1">
                <a:solidFill>
                  <a:srgbClr val="4A4B45"/>
                </a:solidFill>
              </a:rPr>
              <a:t>incididunt</a:t>
            </a:r>
            <a:r>
              <a:rPr lang="en-US" sz="2000" dirty="0">
                <a:solidFill>
                  <a:srgbClr val="4A4B45"/>
                </a:solidFill>
              </a:rPr>
              <a:t> </a:t>
            </a:r>
            <a:r>
              <a:rPr lang="en-US" sz="2000" dirty="0" err="1">
                <a:solidFill>
                  <a:srgbClr val="4A4B45"/>
                </a:solidFill>
              </a:rPr>
              <a:t>ut</a:t>
            </a:r>
            <a:r>
              <a:rPr lang="en-US" sz="2000" dirty="0">
                <a:solidFill>
                  <a:srgbClr val="4A4B45"/>
                </a:solidFill>
              </a:rPr>
              <a:t> </a:t>
            </a:r>
            <a:r>
              <a:rPr lang="en-US" sz="2000" dirty="0" err="1">
                <a:solidFill>
                  <a:srgbClr val="4A4B45"/>
                </a:solidFill>
              </a:rPr>
              <a:t>labore</a:t>
            </a:r>
            <a:r>
              <a:rPr lang="en-US" sz="2000" dirty="0">
                <a:solidFill>
                  <a:srgbClr val="4A4B45"/>
                </a:solidFill>
              </a:rPr>
              <a:t> et dolore magna </a:t>
            </a:r>
            <a:r>
              <a:rPr lang="en-US" sz="2000" dirty="0" err="1">
                <a:solidFill>
                  <a:srgbClr val="4A4B45"/>
                </a:solidFill>
              </a:rPr>
              <a:t>aliqua</a:t>
            </a:r>
            <a:r>
              <a:rPr lang="en-US" sz="2000" dirty="0">
                <a:solidFill>
                  <a:srgbClr val="4A4B45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87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2017315" y="2377493"/>
            <a:ext cx="2601905" cy="27662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2962195" y="2036192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2971721" y="2043604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4795047" y="2386331"/>
            <a:ext cx="2601905" cy="27662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4890092" y="2824482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5739927" y="2045030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5733280" y="2027312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52AB29-A1C9-4B9C-92D3-604138A44B04}"/>
              </a:ext>
            </a:extLst>
          </p:cNvPr>
          <p:cNvSpPr/>
          <p:nvPr/>
        </p:nvSpPr>
        <p:spPr>
          <a:xfrm>
            <a:off x="7572779" y="2386331"/>
            <a:ext cx="2601905" cy="276621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9708AAE2-D6AC-46F0-A8D4-31114B381531}"/>
              </a:ext>
            </a:extLst>
          </p:cNvPr>
          <p:cNvSpPr/>
          <p:nvPr/>
        </p:nvSpPr>
        <p:spPr>
          <a:xfrm>
            <a:off x="8517659" y="2045030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57736-1908-4ED7-A0CA-76859DC8C722}"/>
              </a:ext>
            </a:extLst>
          </p:cNvPr>
          <p:cNvSpPr txBox="1"/>
          <p:nvPr/>
        </p:nvSpPr>
        <p:spPr>
          <a:xfrm>
            <a:off x="8527184" y="204178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4A02190-3F35-4067-92C3-4DA6E7B4975B}"/>
              </a:ext>
            </a:extLst>
          </p:cNvPr>
          <p:cNvSpPr txBox="1">
            <a:spLocks/>
          </p:cNvSpPr>
          <p:nvPr/>
        </p:nvSpPr>
        <p:spPr>
          <a:xfrm>
            <a:off x="7724505" y="2824481"/>
            <a:ext cx="2411816" cy="206898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2132525" y="2824482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94956DA-0D19-47D5-84C8-5BABFCE2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618D-ED06-4009-946E-CDC8CC39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F56C6B81-143D-428D-A43B-0660FD58C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646333"/>
              </p:ext>
            </p:extLst>
          </p:nvPr>
        </p:nvGraphicFramePr>
        <p:xfrm>
          <a:off x="936734" y="2054208"/>
          <a:ext cx="10318532" cy="346096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79633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579633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579633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579633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B886121B-6115-471B-87F5-105B9545107D}"/>
              </a:ext>
            </a:extLst>
          </p:cNvPr>
          <p:cNvSpPr txBox="1">
            <a:spLocks/>
          </p:cNvSpPr>
          <p:nvPr/>
        </p:nvSpPr>
        <p:spPr>
          <a:xfrm>
            <a:off x="2271000" y="6492874"/>
            <a:ext cx="76500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Объект 5">
            <a:extLst>
              <a:ext uri="{FF2B5EF4-FFF2-40B4-BE49-F238E27FC236}">
                <a16:creationId xmlns:a16="http://schemas.microsoft.com/office/drawing/2014/main" id="{94441A4A-205D-46AF-A7A0-DDD461BB3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443142"/>
              </p:ext>
            </p:extLst>
          </p:nvPr>
        </p:nvGraphicFramePr>
        <p:xfrm>
          <a:off x="1590357" y="1928770"/>
          <a:ext cx="9034932" cy="3775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7C25B2B-E3C7-48E4-A616-7D40CD57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C9EC2-80C4-48A1-8149-429CEE5B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67325-7066-449D-9156-DFE5CE3B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</a:t>
            </a:r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622" y="2438291"/>
            <a:ext cx="7340338" cy="1655762"/>
          </a:xfrm>
        </p:spPr>
        <p:txBody>
          <a:bodyPr>
            <a:normAutofit fontScale="90000"/>
          </a:bodyPr>
          <a:lstStyle/>
          <a:p>
            <a:r>
              <a:rPr lang="ru-RU" sz="115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97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448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Источники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Пергамент - шаблон презентации с сайта presentation-creation.ru</dc:title>
  <dc:creator>User Obstinate</dc:creator>
  <cp:lastModifiedBy>User Obstinate</cp:lastModifiedBy>
  <cp:revision>25</cp:revision>
  <dcterms:created xsi:type="dcterms:W3CDTF">2025-04-04T15:20:50Z</dcterms:created>
  <dcterms:modified xsi:type="dcterms:W3CDTF">2026-03-03T13:29:41Z</dcterms:modified>
</cp:coreProperties>
</file>